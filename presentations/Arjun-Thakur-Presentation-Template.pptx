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Replace title, kicker, subtitle. Email + phone shown here and on the final slide. arjunthakur.dev is the footer on every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AGENDA. Bullets fade in one per click.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DIVIDER. Duplicate per section; change number, kicker, title.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CONTENT (image right). Bullets fade in one at a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CONTENT (image left). Alternate layout.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VIDEO / DEMO. Insert &gt; Video, or run a live demo with a recorded fallback.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CONTENT (full-width bullets), e.g. recap. Bullets fade in on click.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YOU. Replace the closing line. (Email + phone are on the final Q&amp;A slide.)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Q&amp;A — the last page. Email + phone shown for direct follow-up.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9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1908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AA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arjunthakur.dev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41248" y="7315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· TRACK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04672" y="1280160"/>
            <a:ext cx="10698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</a:t>
            </a:r>
            <a:pPr indent="0" marL="0">
              <a:buNone/>
            </a:pPr>
            <a:r>
              <a:rPr lang="en-US" sz="5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859536" y="26517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Subtitle — one line describing the session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41248" y="37033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AA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</a:t>
            </a:r>
            <a:pPr indent="0" marL="0">
              <a:buNone/>
            </a:pPr>
            <a:r>
              <a:rPr lang="en-US" sz="2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Arjun Thakur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59536" y="42519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A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 AI Engineer  ·  AI Trainer  ·  Agentic AI Developer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5120640"/>
            <a:ext cx="3566160" cy="868680"/>
          </a:xfrm>
          <a:prstGeom prst="roundRect">
            <a:avLst>
              <a:gd name="adj" fmla="val 9474"/>
            </a:avLst>
          </a:prstGeom>
          <a:solidFill>
            <a:srgbClr val="11161E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50976" y="5138928"/>
            <a:ext cx="640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✉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572768" y="5266944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AA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572768" y="5522976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arjun@arjunthakur.dev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17136" y="5120640"/>
            <a:ext cx="3063240" cy="868680"/>
          </a:xfrm>
          <a:prstGeom prst="roundRect">
            <a:avLst>
              <a:gd name="adj" fmla="val 9474"/>
            </a:avLst>
          </a:prstGeom>
          <a:solidFill>
            <a:srgbClr val="11161E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45152" y="5138928"/>
            <a:ext cx="640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☎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266944" y="526694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AA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266944" y="5522976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+91 93401 58116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708392" y="5120640"/>
            <a:ext cx="3657600" cy="868680"/>
          </a:xfrm>
          <a:prstGeom prst="roundRect">
            <a:avLst>
              <a:gd name="adj" fmla="val 9474"/>
            </a:avLst>
          </a:prstGeom>
          <a:solidFill>
            <a:srgbClr val="11161E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36408" y="5138928"/>
            <a:ext cx="640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◉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458200" y="5266944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AA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458200" y="5522976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arjunthakur.dev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1908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AA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arjunthakur.dev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6400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4000" dirty="0"/>
          </a:p>
        </p:txBody>
      </p:sp>
      <p:sp>
        <p:nvSpPr>
          <p:cNvPr id="4" name="animList"/>
          <p:cNvSpPr/>
          <p:nvPr/>
        </p:nvSpPr>
        <p:spPr>
          <a:xfrm>
            <a:off x="822960" y="1783080"/>
            <a:ext cx="67665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spcAft>
                <a:spcPts val="1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item one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spcAft>
                <a:spcPts val="1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item two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spcAft>
                <a:spcPts val="1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item three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spcAft>
                <a:spcPts val="1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item four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138160" y="1783080"/>
            <a:ext cx="3200400" cy="3840480"/>
          </a:xfrm>
          <a:prstGeom prst="roundRect">
            <a:avLst>
              <a:gd name="adj" fmla="val 3429"/>
            </a:avLst>
          </a:prstGeom>
          <a:solidFill>
            <a:srgbClr val="11161E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138160" y="2240280"/>
            <a:ext cx="3200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400" dirty="0"/>
          </a:p>
        </p:txBody>
      </p:sp>
      <p:sp>
        <p:nvSpPr>
          <p:cNvPr id="7" name="Text 5"/>
          <p:cNvSpPr/>
          <p:nvPr/>
        </p:nvSpPr>
        <p:spPr>
          <a:xfrm>
            <a:off x="8138160" y="36118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AA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/ modules</a:t>
            </a:r>
            <a:endParaRPr lang="en-US" sz="15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09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1908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AA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arjunthakur.dev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49808" y="457200"/>
            <a:ext cx="45720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0" dirty="0"/>
          </a:p>
        </p:txBody>
      </p:sp>
      <p:sp>
        <p:nvSpPr>
          <p:cNvPr id="4" name="Text 2"/>
          <p:cNvSpPr/>
          <p:nvPr/>
        </p:nvSpPr>
        <p:spPr>
          <a:xfrm>
            <a:off x="868680" y="32004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356616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Title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859536" y="46177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subtitle — one line on what this part covers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1908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AA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arjunthakur.dev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6400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Title</a:t>
            </a:r>
            <a:endParaRPr lang="en-US" sz="3400" dirty="0"/>
          </a:p>
        </p:txBody>
      </p:sp>
      <p:sp>
        <p:nvSpPr>
          <p:cNvPr id="4" name="animList"/>
          <p:cNvSpPr/>
          <p:nvPr/>
        </p:nvSpPr>
        <p:spPr>
          <a:xfrm>
            <a:off x="822960" y="1828800"/>
            <a:ext cx="58521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spcAft>
                <a:spcPts val="1500"/>
              </a:spcAft>
              <a:buNone/>
            </a:pPr>
            <a:r>
              <a:rPr lang="en-US" sz="1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Bullet point one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spcAft>
                <a:spcPts val="1500"/>
              </a:spcAft>
              <a:buNone/>
            </a:pPr>
            <a:r>
              <a:rPr lang="en-US" sz="1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Bullet point two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spcAft>
                <a:spcPts val="1500"/>
              </a:spcAft>
              <a:buNone/>
            </a:pPr>
            <a:r>
              <a:rPr lang="en-US" sz="1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Bullet point three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spcAft>
                <a:spcPts val="1500"/>
              </a:spcAft>
              <a:buNone/>
            </a:pPr>
            <a:r>
              <a:rPr lang="en-US" sz="1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Bullet point four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7040880" y="1783080"/>
            <a:ext cx="4297680" cy="3931920"/>
          </a:xfrm>
          <a:prstGeom prst="roundRect">
            <a:avLst>
              <a:gd name="adj" fmla="val 2326"/>
            </a:avLst>
          </a:prstGeom>
          <a:solidFill>
            <a:srgbClr val="11161E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75320" y="2880360"/>
            <a:ext cx="457200" cy="457200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7" name="Shape 5"/>
          <p:cNvSpPr/>
          <p:nvPr/>
        </p:nvSpPr>
        <p:spPr>
          <a:xfrm>
            <a:off x="8183880" y="3429000"/>
            <a:ext cx="1188720" cy="777240"/>
          </a:xfrm>
          <a:prstGeom prst="triangle">
            <a:avLst/>
          </a:prstGeom>
          <a:solidFill>
            <a:srgbClr val="24303C"/>
          </a:solidFill>
          <a:ln/>
        </p:spPr>
      </p:sp>
      <p:sp>
        <p:nvSpPr>
          <p:cNvPr id="8" name="Shape 6"/>
          <p:cNvSpPr/>
          <p:nvPr/>
        </p:nvSpPr>
        <p:spPr>
          <a:xfrm>
            <a:off x="9098280" y="3246120"/>
            <a:ext cx="1280160" cy="960120"/>
          </a:xfrm>
          <a:prstGeom prst="triangle">
            <a:avLst/>
          </a:prstGeom>
          <a:solidFill>
            <a:srgbClr val="2E3B49"/>
          </a:solidFill>
          <a:ln/>
        </p:spPr>
      </p:sp>
      <p:sp>
        <p:nvSpPr>
          <p:cNvPr id="9" name="Text 7"/>
          <p:cNvSpPr/>
          <p:nvPr/>
        </p:nvSpPr>
        <p:spPr>
          <a:xfrm>
            <a:off x="7223760" y="50292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placeholder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1908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AA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arjunthakur.dev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6400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Title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4297680" cy="3931920"/>
          </a:xfrm>
          <a:prstGeom prst="roundRect">
            <a:avLst>
              <a:gd name="adj" fmla="val 2326"/>
            </a:avLst>
          </a:prstGeom>
          <a:solidFill>
            <a:srgbClr val="11161E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57400" y="2880360"/>
            <a:ext cx="457200" cy="457200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6" name="Shape 4"/>
          <p:cNvSpPr/>
          <p:nvPr/>
        </p:nvSpPr>
        <p:spPr>
          <a:xfrm>
            <a:off x="1965960" y="3429000"/>
            <a:ext cx="1188720" cy="777240"/>
          </a:xfrm>
          <a:prstGeom prst="triangle">
            <a:avLst/>
          </a:prstGeom>
          <a:solidFill>
            <a:srgbClr val="24303C"/>
          </a:solidFill>
          <a:ln/>
        </p:spPr>
      </p:sp>
      <p:sp>
        <p:nvSpPr>
          <p:cNvPr id="7" name="Shape 5"/>
          <p:cNvSpPr/>
          <p:nvPr/>
        </p:nvSpPr>
        <p:spPr>
          <a:xfrm>
            <a:off x="2880360" y="3246120"/>
            <a:ext cx="1280160" cy="960120"/>
          </a:xfrm>
          <a:prstGeom prst="triangle">
            <a:avLst/>
          </a:prstGeom>
          <a:solidFill>
            <a:srgbClr val="2E3B49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50292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placeholder</a:t>
            </a:r>
            <a:endParaRPr lang="en-US" sz="1100" dirty="0"/>
          </a:p>
        </p:txBody>
      </p:sp>
      <p:sp>
        <p:nvSpPr>
          <p:cNvPr id="9" name="animList"/>
          <p:cNvSpPr/>
          <p:nvPr/>
        </p:nvSpPr>
        <p:spPr>
          <a:xfrm>
            <a:off x="5577840" y="1828800"/>
            <a:ext cx="57607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spcAft>
                <a:spcPts val="1600"/>
              </a:spcAft>
              <a:buNone/>
            </a:pPr>
            <a:r>
              <a:rPr lang="en-US" sz="1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Bullet point one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spcAft>
                <a:spcPts val="1600"/>
              </a:spcAft>
              <a:buNone/>
            </a:pPr>
            <a:r>
              <a:rPr lang="en-US" sz="1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Bullet point two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spcAft>
                <a:spcPts val="1600"/>
              </a:spcAft>
              <a:buNone/>
            </a:pPr>
            <a:r>
              <a:rPr lang="en-US" sz="1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Bullet point three</a:t>
            </a:r>
            <a:endParaRPr lang="en-US" sz="19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1908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AA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arjunthakur.dev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5486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/ Demo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2514600" y="1508760"/>
            <a:ext cx="7132320" cy="3931920"/>
          </a:xfrm>
          <a:prstGeom prst="roundRect">
            <a:avLst>
              <a:gd name="adj" fmla="val 2326"/>
            </a:avLst>
          </a:prstGeom>
          <a:solidFill>
            <a:srgbClr val="06090D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532120" y="2926080"/>
            <a:ext cx="1097280" cy="109728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6" name="Shape 4"/>
          <p:cNvSpPr/>
          <p:nvPr/>
        </p:nvSpPr>
        <p:spPr>
          <a:xfrm rot="5400000">
            <a:off x="5916168" y="3218688"/>
            <a:ext cx="512064" cy="512064"/>
          </a:xfrm>
          <a:prstGeom prst="triangle">
            <a:avLst/>
          </a:prstGeom>
          <a:solidFill>
            <a:srgbClr val="06090D"/>
          </a:solidFill>
          <a:ln/>
        </p:spPr>
      </p:sp>
      <p:sp>
        <p:nvSpPr>
          <p:cNvPr id="7" name="Text 5"/>
          <p:cNvSpPr/>
          <p:nvPr/>
        </p:nvSpPr>
        <p:spPr>
          <a:xfrm>
            <a:off x="2514600" y="493776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your video (Insert ▸ Video) or embed a demo link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09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1908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AA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arjunthakur.dev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Title</a:t>
            </a:r>
            <a:endParaRPr lang="en-US" sz="4000" dirty="0"/>
          </a:p>
        </p:txBody>
      </p:sp>
      <p:sp>
        <p:nvSpPr>
          <p:cNvPr id="4" name="animList"/>
          <p:cNvSpPr/>
          <p:nvPr/>
        </p:nvSpPr>
        <p:spPr>
          <a:xfrm>
            <a:off x="822960" y="2103120"/>
            <a:ext cx="102412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spcAft>
                <a:spcPts val="2000"/>
              </a:spcAft>
              <a:buNone/>
            </a:pPr>
            <a:r>
              <a:rPr lang="en-US" sz="2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 one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spcAft>
                <a:spcPts val="2000"/>
              </a:spcAft>
              <a:buNone/>
            </a:pPr>
            <a:r>
              <a:rPr lang="en-US" sz="2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 two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spcAft>
                <a:spcPts val="2000"/>
              </a:spcAft>
              <a:buNone/>
            </a:pPr>
            <a:r>
              <a:rPr lang="en-US" sz="2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 three</a:t>
            </a:r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09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1908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AA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arjunthakur.dev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21488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251460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859536" y="37947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line — call to action goes here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09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1908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AA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arjunthakur.dev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12344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&amp; A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60020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5800" dirty="0"/>
          </a:p>
        </p:txBody>
      </p:sp>
      <p:sp>
        <p:nvSpPr>
          <p:cNvPr id="5" name="Text 3"/>
          <p:cNvSpPr/>
          <p:nvPr/>
        </p:nvSpPr>
        <p:spPr>
          <a:xfrm>
            <a:off x="859536" y="30632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A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me directly: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3611880"/>
            <a:ext cx="3566160" cy="868680"/>
          </a:xfrm>
          <a:prstGeom prst="roundRect">
            <a:avLst>
              <a:gd name="adj" fmla="val 9474"/>
            </a:avLst>
          </a:prstGeom>
          <a:solidFill>
            <a:srgbClr val="11161E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50976" y="3630168"/>
            <a:ext cx="640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✉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572768" y="3758184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AA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572768" y="4014216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arjun@arjunthakur.dev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17136" y="3611880"/>
            <a:ext cx="3063240" cy="868680"/>
          </a:xfrm>
          <a:prstGeom prst="roundRect">
            <a:avLst>
              <a:gd name="adj" fmla="val 9474"/>
            </a:avLst>
          </a:prstGeom>
          <a:solidFill>
            <a:srgbClr val="11161E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45152" y="3630168"/>
            <a:ext cx="640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☎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266944" y="375818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AA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266944" y="4014216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+91 93401 58116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708392" y="3611880"/>
            <a:ext cx="3657600" cy="868680"/>
          </a:xfrm>
          <a:prstGeom prst="roundRect">
            <a:avLst>
              <a:gd name="adj" fmla="val 9474"/>
            </a:avLst>
          </a:prstGeom>
          <a:solidFill>
            <a:srgbClr val="11161E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36408" y="3630168"/>
            <a:ext cx="640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◉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458200" y="3758184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AA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458200" y="4014216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arjunthakur.dev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arjunthakur.dev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Arjun Thakur</dc:creator>
  <cp:lastModifiedBy>Arjun Thakur</cp:lastModifiedBy>
  <cp:revision>1</cp:revision>
  <dcterms:created xsi:type="dcterms:W3CDTF">2026-07-30T17:46:03Z</dcterms:created>
  <dcterms:modified xsi:type="dcterms:W3CDTF">2026-07-30T17:46:03Z</dcterms:modified>
</cp:coreProperties>
</file>