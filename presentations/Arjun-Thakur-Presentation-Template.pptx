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Replace 'Presentation Title', the kicker (CATEGORY · TRACK), and the subtitle. Name / role / contact are your fixed brand — leave as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SLIDE. Bullets fade in one per click. Update the item count in the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DIVIDER. Duplicate for each new section; change the number, kicker, and title.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 SLIDE (image right). Bullets fade in one at a time. Drop your image into the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 SLIDE (image left). Alternate layout so the deck doesn't feel repetitive.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VIDEO / DEMO SLIDE. Insert &gt; Video into the frame, or run a live demo with a recorded fallback.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 SLIDE (full-width bullets), e.g. key takeaways or a recap. Bullets fade in on click.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SLIDE. Replace the closing line. Contact stays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 SLIDE. Keep contact + where to find the slides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· TRACK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04672" y="141732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</a:t>
            </a:r>
            <a:pPr indent="0" marL="0">
              <a:buNone/>
            </a:pPr>
            <a:r>
              <a:rPr lang="en-US" sz="5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59536" y="2788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— one line describing the session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41248" y="3931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</a:t>
            </a:r>
            <a:pPr indent="0" marL="0">
              <a:buNone/>
            </a:pPr>
            <a:r>
              <a:rPr lang="en-US" sz="2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 Thakur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59536" y="4480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AI Engineer  ·  AI Trainer  ·  Agentic AI Developer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553212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555040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572768" y="567842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572768" y="593445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arjun@arjunthakur.dev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17136" y="5532120"/>
            <a:ext cx="306324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5152" y="555040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266944" y="56784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266944" y="59344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08392" y="5532120"/>
            <a:ext cx="365760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36408" y="555040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458200" y="567842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458200" y="5934456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in/thakurarjun247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animList"/>
          <p:cNvSpPr/>
          <p:nvPr/>
        </p:nvSpPr>
        <p:spPr>
          <a:xfrm>
            <a:off x="822960" y="1783080"/>
            <a:ext cx="67665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item one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item two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item three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item four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138160" y="1783080"/>
            <a:ext cx="3200400" cy="3977640"/>
          </a:xfrm>
          <a:prstGeom prst="roundRect">
            <a:avLst>
              <a:gd name="adj" fmla="val 3429"/>
            </a:avLst>
          </a:prstGeom>
          <a:solidFill>
            <a:srgbClr val="11161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38160" y="2286000"/>
            <a:ext cx="3200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8138160" y="36576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/ modules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502920"/>
            <a:ext cx="45720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868680" y="32461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36118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Title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859536" y="46634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subtitle — one line on what this part covers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3" name="animList"/>
          <p:cNvSpPr/>
          <p:nvPr/>
        </p:nvSpPr>
        <p:spPr>
          <a:xfrm>
            <a:off x="822960" y="1828800"/>
            <a:ext cx="58521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5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 one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5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 two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5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 three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5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 four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040880" y="1783080"/>
            <a:ext cx="4297680" cy="411480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75320" y="2971800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6" name="Shape 4"/>
          <p:cNvSpPr/>
          <p:nvPr/>
        </p:nvSpPr>
        <p:spPr>
          <a:xfrm>
            <a:off x="8183880" y="3520440"/>
            <a:ext cx="1188720" cy="777240"/>
          </a:xfrm>
          <a:prstGeom prst="triangle">
            <a:avLst/>
          </a:prstGeom>
          <a:solidFill>
            <a:srgbClr val="24303C"/>
          </a:solidFill>
          <a:ln/>
        </p:spPr>
      </p:sp>
      <p:sp>
        <p:nvSpPr>
          <p:cNvPr id="7" name="Shape 5"/>
          <p:cNvSpPr/>
          <p:nvPr/>
        </p:nvSpPr>
        <p:spPr>
          <a:xfrm>
            <a:off x="9098280" y="3337560"/>
            <a:ext cx="1280160" cy="960120"/>
          </a:xfrm>
          <a:prstGeom prst="triangle">
            <a:avLst/>
          </a:prstGeom>
          <a:solidFill>
            <a:srgbClr val="2E3B49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0" y="52120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placeholder</a:t>
            </a:r>
            <a:endParaRPr lang="en-US" sz="11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83080"/>
            <a:ext cx="4297680" cy="4114800"/>
          </a:xfrm>
          <a:prstGeom prst="roundRect">
            <a:avLst>
              <a:gd name="adj" fmla="val 2222"/>
            </a:avLst>
          </a:prstGeom>
          <a:solidFill>
            <a:srgbClr val="11161E"/>
          </a:solidFill>
          <a:ln w="15875">
            <a:solidFill>
              <a:srgbClr val="1F293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57400" y="2971800"/>
            <a:ext cx="457200" cy="457200"/>
          </a:xfrm>
          <a:prstGeom prst="ellipse">
            <a:avLst/>
          </a:prstGeom>
          <a:solidFill>
            <a:srgbClr val="0E7490"/>
          </a:solidFill>
          <a:ln/>
        </p:spPr>
      </p:sp>
      <p:sp>
        <p:nvSpPr>
          <p:cNvPr id="5" name="Shape 3"/>
          <p:cNvSpPr/>
          <p:nvPr/>
        </p:nvSpPr>
        <p:spPr>
          <a:xfrm>
            <a:off x="1965960" y="3520440"/>
            <a:ext cx="1188720" cy="777240"/>
          </a:xfrm>
          <a:prstGeom prst="triangle">
            <a:avLst/>
          </a:prstGeom>
          <a:solidFill>
            <a:srgbClr val="24303C"/>
          </a:solidFill>
          <a:ln/>
        </p:spPr>
      </p:sp>
      <p:sp>
        <p:nvSpPr>
          <p:cNvPr id="6" name="Shape 4"/>
          <p:cNvSpPr/>
          <p:nvPr/>
        </p:nvSpPr>
        <p:spPr>
          <a:xfrm>
            <a:off x="2880360" y="3337560"/>
            <a:ext cx="1280160" cy="960120"/>
          </a:xfrm>
          <a:prstGeom prst="triangle">
            <a:avLst/>
          </a:prstGeom>
          <a:solidFill>
            <a:srgbClr val="2E3B49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521208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placeholder</a:t>
            </a:r>
            <a:endParaRPr lang="en-US" sz="1100" dirty="0"/>
          </a:p>
        </p:txBody>
      </p:sp>
      <p:sp>
        <p:nvSpPr>
          <p:cNvPr id="8" name="animList"/>
          <p:cNvSpPr/>
          <p:nvPr/>
        </p:nvSpPr>
        <p:spPr>
          <a:xfrm>
            <a:off x="5577840" y="1828800"/>
            <a:ext cx="576072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 one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 two</a:t>
            </a:r>
            <a:endParaRPr lang="en-US" sz="1900" dirty="0"/>
          </a:p>
          <a:p>
            <a:pPr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1600"/>
              </a:spcAft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 three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/ Demo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514600" y="1554480"/>
            <a:ext cx="7132320" cy="4023360"/>
          </a:xfrm>
          <a:prstGeom prst="roundRect">
            <a:avLst>
              <a:gd name="adj" fmla="val 2273"/>
            </a:avLst>
          </a:prstGeom>
          <a:solidFill>
            <a:srgbClr val="06090D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32120" y="3017520"/>
            <a:ext cx="1097280" cy="109728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916168" y="3310128"/>
            <a:ext cx="512064" cy="512064"/>
          </a:xfrm>
          <a:prstGeom prst="triangle">
            <a:avLst/>
          </a:prstGeom>
          <a:solidFill>
            <a:srgbClr val="06090D"/>
          </a:solidFill>
          <a:ln/>
        </p:spPr>
      </p:sp>
      <p:sp>
        <p:nvSpPr>
          <p:cNvPr id="6" name="Text 4"/>
          <p:cNvSpPr/>
          <p:nvPr/>
        </p:nvSpPr>
        <p:spPr>
          <a:xfrm>
            <a:off x="2514600" y="50292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your video (Insert ▸ Video) or embed a demo link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Title</a:t>
            </a:r>
            <a:endParaRPr lang="en-US" sz="4000" dirty="0"/>
          </a:p>
        </p:txBody>
      </p:sp>
      <p:sp>
        <p:nvSpPr>
          <p:cNvPr id="3" name="animList"/>
          <p:cNvSpPr/>
          <p:nvPr/>
        </p:nvSpPr>
        <p:spPr>
          <a:xfrm>
            <a:off x="822960" y="210312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2000"/>
              </a:spcAft>
              <a:buNone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 one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2000"/>
              </a:spcAft>
              <a:buNone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 two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</a:t>
            </a:r>
            <a:pPr indent="0" marL="0">
              <a:spcAft>
                <a:spcPts val="2000"/>
              </a:spcAft>
              <a:buNone/>
            </a:pPr>
            <a:r>
              <a:rPr lang="en-US" sz="2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 three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2402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59536" y="35204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line — call to action goes here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504748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72768" y="517550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572768" y="543153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arjun@arjunthakur.dev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17136" y="5029200"/>
            <a:ext cx="306324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504748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266944" y="517550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266944" y="543153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08392" y="5029200"/>
            <a:ext cx="365760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36408" y="504748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8458200" y="517550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458200" y="5431536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in/thakurarjun247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9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7373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5800" dirty="0"/>
          </a:p>
        </p:txBody>
      </p:sp>
      <p:sp>
        <p:nvSpPr>
          <p:cNvPr id="4" name="Shape 2"/>
          <p:cNvSpPr/>
          <p:nvPr/>
        </p:nvSpPr>
        <p:spPr>
          <a:xfrm>
            <a:off x="822960" y="3840480"/>
            <a:ext cx="356616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0976" y="385876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72768" y="398678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4242816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arjun@arjunthakur.dev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17136" y="3840480"/>
            <a:ext cx="306324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45152" y="385876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266944" y="39867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266944" y="424281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arjunthakur.dev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08392" y="3840480"/>
            <a:ext cx="3657600" cy="868680"/>
          </a:xfrm>
          <a:prstGeom prst="roundRect">
            <a:avLst>
              <a:gd name="adj" fmla="val 9474"/>
            </a:avLst>
          </a:prstGeom>
          <a:solidFill>
            <a:srgbClr val="11161E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836408" y="3858768"/>
            <a:ext cx="640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458200" y="398678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AAB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458200" y="4242816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in/thakurarjun247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59536" y="5852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&amp; resources: arjunthakur.dev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arjunthakur.dev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Arjun Thakur</dc:creator>
  <cp:lastModifiedBy>Arjun Thakur</cp:lastModifiedBy>
  <cp:revision>1</cp:revision>
  <dcterms:created xsi:type="dcterms:W3CDTF">2026-07-30T17:35:30Z</dcterms:created>
  <dcterms:modified xsi:type="dcterms:W3CDTF">2026-07-30T17:35:30Z</dcterms:modified>
</cp:coreProperties>
</file>